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Portfolio Web Developer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1371600"/>
            <a:ext cx="182880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Nama: (isi sendiri)</a:t>
            </a:r>
          </a:p>
          <a:p>
            <a:r>
              <a:t>Email: (isi sendiri)</a:t>
            </a:r>
          </a:p>
          <a:p>
            <a:r>
              <a:t>Role: Web Developer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• HTML, CSS, JavaScript</a:t>
            </a:r>
          </a:p>
          <a:p>
            <a:pPr lvl="1"/>
            <a:r>
              <a:t>• Tailwind CSS</a:t>
            </a:r>
          </a:p>
          <a:p>
            <a:pPr lvl="1"/>
            <a:r>
              <a:t>• React.js</a:t>
            </a:r>
          </a:p>
          <a:p>
            <a:pPr lvl="1"/>
            <a:r>
              <a:t>• Vue.js</a:t>
            </a:r>
          </a:p>
          <a:p>
            <a:pPr lvl="1"/>
            <a:r>
              <a:t>• Node.js &amp; Express</a:t>
            </a:r>
          </a:p>
          <a:p>
            <a:pPr lvl="1"/>
            <a:r>
              <a:t>• PHP &amp; MySQL</a:t>
            </a:r>
          </a:p>
          <a:p>
            <a:pPr lvl="1"/>
            <a:r>
              <a:t>• Git &amp; GitHub</a:t>
            </a:r>
          </a:p>
          <a:p>
            <a:pPr lvl="1"/>
            <a:r>
              <a:t>• Canva</a:t>
            </a:r>
          </a:p>
          <a:p>
            <a:pPr lvl="1"/>
            <a:r>
              <a:t>• Responsive Design</a:t>
            </a:r>
          </a:p>
          <a:p>
            <a:pPr lvl="1"/>
            <a:r>
              <a:t>• Game 2D Sederhana (Construct)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• Mini Cloud – Sistem upload &amp; manajemen file sederhana</a:t>
            </a:r>
          </a:p>
          <a:p>
            <a:pPr lvl="1"/>
            <a:r>
              <a:t>• Company Portfolio Web Responsif – Tampilan profesional sesuai mockup</a:t>
            </a:r>
          </a:p>
          <a:p>
            <a:pPr lvl="1"/>
            <a:r>
              <a:t>• Personal Company Web – Web profil personal responsif</a:t>
            </a:r>
          </a:p>
          <a:p>
            <a:pPr lvl="1"/>
            <a:r>
              <a:t>• Web Katalog Makanan – Katalog kuliner dengan filter sederhana</a:t>
            </a:r>
          </a:p>
          <a:p>
            <a:pPr lvl="1"/>
            <a:r>
              <a:t>• Binary Bliss – Web PHP sederhana CRUD</a:t>
            </a:r>
          </a:p>
          <a:p>
            <a:pPr lvl="1"/>
            <a:r>
              <a:t>• Sistem Data Hibah – Manajemen data hibah dasar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Email: (isi sendiri)</a:t>
            </a:r>
          </a:p>
          <a:p>
            <a:r>
              <a:t>GitHub: (isi link)</a:t>
            </a:r>
          </a:p>
          <a:p>
            <a:r>
              <a:t>LinkedIn: (opsional)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